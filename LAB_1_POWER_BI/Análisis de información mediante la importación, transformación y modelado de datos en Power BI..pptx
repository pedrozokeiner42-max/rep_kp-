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NA" initials="S" lastIdx="1" clrIdx="0">
    <p:extLst>
      <p:ext uri="{19B8F6BF-5375-455C-9EA6-DF929625EA0E}">
        <p15:presenceInfo xmlns:p15="http://schemas.microsoft.com/office/powerpoint/2012/main" userId="SE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563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7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626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83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937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809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06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80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67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227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711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F5149-690C-4B26-99EF-9C86D56DD1BA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B8885-C2CD-4AD9-B079-2C5FCC2A90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694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7f3f07b6-3173-4dcd-b11b-bfb4c4bccf2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3429000"/>
            <a:ext cx="5772150" cy="3429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37"/>
            <a:ext cx="6496051" cy="342106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6696075" y="160338"/>
            <a:ext cx="5391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1. Seleccionar el origen de los datos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ingresó a la opción </a:t>
            </a:r>
            <a:r>
              <a:rPr lang="es-MX" b="1" dirty="0" smtClean="0"/>
              <a:t>Obtener datos</a:t>
            </a:r>
            <a:r>
              <a:rPr lang="es-MX" dirty="0" smtClean="0"/>
              <a:t> desde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seleccionó </a:t>
            </a:r>
            <a:r>
              <a:rPr lang="es-MX" b="1" dirty="0" smtClean="0"/>
              <a:t>Libro de Excel</a:t>
            </a:r>
            <a:r>
              <a:rPr lang="es-MX" dirty="0" smtClean="0"/>
              <a:t> como origen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Este paso permite indicar desde dónde se importarán los datos al proyecto. </a:t>
            </a:r>
          </a:p>
          <a:p>
            <a:endParaRPr lang="es-CO" dirty="0"/>
          </a:p>
        </p:txBody>
      </p:sp>
      <p:sp>
        <p:nvSpPr>
          <p:cNvPr id="9" name="CuadroTexto 8"/>
          <p:cNvSpPr txBox="1"/>
          <p:nvPr/>
        </p:nvSpPr>
        <p:spPr>
          <a:xfrm>
            <a:off x="66675" y="3562350"/>
            <a:ext cx="6181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2. Buscar y seleccionar el archivo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abrió el explorador de archivos de Windows.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localizó el archivo de Excel que contiene los datos del ejercicio.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seleccionó el archivo correspondiente para continuar con la importación en Power BI.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415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124574" cy="34194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74" y="3419475"/>
            <a:ext cx="6067426" cy="3467582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238875" y="152400"/>
            <a:ext cx="5791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3. Selección de la tabla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el </a:t>
            </a:r>
            <a:r>
              <a:rPr lang="es-MX" b="1" dirty="0" smtClean="0"/>
              <a:t>Navegador</a:t>
            </a:r>
            <a:r>
              <a:rPr lang="es-MX" dirty="0" smtClean="0"/>
              <a:t> se seleccionó la tabla </a:t>
            </a:r>
            <a:r>
              <a:rPr lang="es-MX" b="1" dirty="0" smtClean="0"/>
              <a:t>Producto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verificó la vista previa de los datos para comprobar que la información fuera correcta.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Finalmente, se eligió la opción </a:t>
            </a:r>
            <a:r>
              <a:rPr lang="es-MX" b="1" dirty="0" smtClean="0"/>
              <a:t>Transformar datos</a:t>
            </a:r>
            <a:r>
              <a:rPr lang="es-MX" dirty="0" smtClean="0"/>
              <a:t> para realizar ajustes antes de cargar la información. </a:t>
            </a:r>
          </a:p>
          <a:p>
            <a:endParaRPr lang="es-CO" dirty="0"/>
          </a:p>
        </p:txBody>
      </p:sp>
      <p:sp>
        <p:nvSpPr>
          <p:cNvPr id="7" name="CuadroTexto 6"/>
          <p:cNvSpPr txBox="1"/>
          <p:nvPr/>
        </p:nvSpPr>
        <p:spPr>
          <a:xfrm>
            <a:off x="95250" y="3590925"/>
            <a:ext cx="5905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4. Transformación de los datos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La tabla se abrió en </a:t>
            </a:r>
            <a:r>
              <a:rPr lang="es-MX" b="1" dirty="0" smtClean="0"/>
              <a:t>Power Query</a:t>
            </a:r>
            <a:r>
              <a:rPr lang="es-MX" dirty="0" smtClean="0"/>
              <a:t> para preparar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revisaron las columnas y los tipos de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Una vez finalizadas las modificaciones, se aplicaron los cambios para continuar con el proceso en Power BI.</a:t>
            </a:r>
          </a:p>
          <a:p>
            <a:endParaRPr lang="es-CO" dirty="0"/>
          </a:p>
        </p:txBody>
      </p:sp>
      <p:sp>
        <p:nvSpPr>
          <p:cNvPr id="8" name="Rectángulo 7"/>
          <p:cNvSpPr/>
          <p:nvPr/>
        </p:nvSpPr>
        <p:spPr>
          <a:xfrm>
            <a:off x="0" y="0"/>
            <a:ext cx="12192000" cy="6887057"/>
          </a:xfrm>
          <a:prstGeom prst="rect">
            <a:avLst/>
          </a:prstGeom>
          <a:noFill/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55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3019425" cy="3428512"/>
          </a:xfrm>
          <a:prstGeom prst="rect">
            <a:avLst/>
          </a:prstGeom>
        </p:spPr>
      </p:pic>
      <p:cxnSp>
        <p:nvCxnSpPr>
          <p:cNvPr id="8" name="Conector recto 7"/>
          <p:cNvCxnSpPr/>
          <p:nvPr/>
        </p:nvCxnSpPr>
        <p:spPr>
          <a:xfrm flipH="1">
            <a:off x="6648449" y="3428512"/>
            <a:ext cx="55435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3514725" y="421595"/>
            <a:ext cx="80581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5. Verificación de las tablas cargadas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comprobó que las tablas </a:t>
            </a:r>
            <a:r>
              <a:rPr lang="es-MX" b="1" dirty="0" smtClean="0"/>
              <a:t>Cliente</a:t>
            </a:r>
            <a:r>
              <a:rPr lang="es-MX" dirty="0" smtClean="0"/>
              <a:t>, </a:t>
            </a:r>
            <a:r>
              <a:rPr lang="es-MX" b="1" dirty="0" smtClean="0"/>
              <a:t>Producto</a:t>
            </a:r>
            <a:r>
              <a:rPr lang="es-MX" dirty="0" smtClean="0"/>
              <a:t> y </a:t>
            </a:r>
            <a:r>
              <a:rPr lang="es-MX" b="1" dirty="0" smtClean="0"/>
              <a:t>Ventas</a:t>
            </a:r>
            <a:r>
              <a:rPr lang="es-MX" dirty="0" smtClean="0"/>
              <a:t> se importaran correctamente.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verificó que cada tabla contuviera sus respectivos campos y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Las tablas quedaron listas para crear las visualizaciones del informe.</a:t>
            </a:r>
          </a:p>
          <a:p>
            <a:endParaRPr lang="es-CO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757986" y="3571631"/>
            <a:ext cx="53625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6. Creación del informe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diseñó un informe utilizando diferentes visualizaciones de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agregó un </a:t>
            </a:r>
            <a:r>
              <a:rPr lang="es-MX" b="1" dirty="0" smtClean="0"/>
              <a:t>segmentador</a:t>
            </a:r>
            <a:r>
              <a:rPr lang="es-MX" dirty="0" smtClean="0"/>
              <a:t> para filtrar la información por región.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incorporaron un </a:t>
            </a:r>
            <a:r>
              <a:rPr lang="es-MX" b="1" dirty="0" smtClean="0"/>
              <a:t>gráfico de barras</a:t>
            </a:r>
            <a:r>
              <a:rPr lang="es-MX" dirty="0" smtClean="0"/>
              <a:t>, un </a:t>
            </a:r>
            <a:r>
              <a:rPr lang="es-MX" b="1" dirty="0" smtClean="0"/>
              <a:t>gráfico de dona</a:t>
            </a:r>
            <a:r>
              <a:rPr lang="es-MX" dirty="0" smtClean="0"/>
              <a:t> y una </a:t>
            </a:r>
            <a:r>
              <a:rPr lang="es-MX" b="1" dirty="0" smtClean="0"/>
              <a:t>tarjeta</a:t>
            </a:r>
            <a:r>
              <a:rPr lang="es-MX" dirty="0" smtClean="0"/>
              <a:t> para analizar las ventas de los productos.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28512"/>
            <a:ext cx="6648450" cy="342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44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280</Words>
  <Application>Microsoft Office PowerPoint</Application>
  <PresentationFormat>Panorámica</PresentationFormat>
  <Paragraphs>42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SENA</cp:lastModifiedBy>
  <cp:revision>7</cp:revision>
  <dcterms:created xsi:type="dcterms:W3CDTF">2026-07-24T12:47:39Z</dcterms:created>
  <dcterms:modified xsi:type="dcterms:W3CDTF">2026-07-31T12:33:19Z</dcterms:modified>
</cp:coreProperties>
</file>