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010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49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4656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3102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316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775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36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626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6425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218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93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205A3-8218-4B17-AAB1-E80E987695D0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DB2D0-3FD9-4822-BA81-C4BC148855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1985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476"/>
          <a:stretch/>
        </p:blipFill>
        <p:spPr>
          <a:xfrm>
            <a:off x="0" y="0"/>
            <a:ext cx="3976777" cy="338155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81555"/>
            <a:ext cx="5952226" cy="3476445"/>
          </a:xfrm>
          <a:prstGeom prst="rect">
            <a:avLst/>
          </a:prstGeom>
        </p:spPr>
      </p:pic>
      <p:cxnSp>
        <p:nvCxnSpPr>
          <p:cNvPr id="12" name="Conector recto 11"/>
          <p:cNvCxnSpPr/>
          <p:nvPr/>
        </p:nvCxnSpPr>
        <p:spPr>
          <a:xfrm>
            <a:off x="5710687" y="3381555"/>
            <a:ext cx="6481313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4149305" y="155274"/>
            <a:ext cx="75912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1. Seleccionar la opción Texto o CSV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En Power BI Desktop se seleccionó </a:t>
            </a:r>
            <a:r>
              <a:rPr lang="es-MX" b="1" dirty="0" smtClean="0"/>
              <a:t>Obtener datos</a:t>
            </a:r>
            <a:r>
              <a:rPr lang="es-MX" dirty="0" smtClean="0"/>
              <a:t> desde la pestaña </a:t>
            </a:r>
            <a:r>
              <a:rPr lang="es-MX" b="1" dirty="0" smtClean="0"/>
              <a:t>Inicio</a:t>
            </a:r>
            <a:r>
              <a:rPr lang="es-MX" dirty="0" smtClean="0"/>
              <a:t>.</a:t>
            </a:r>
          </a:p>
          <a:p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eligió la opción </a:t>
            </a:r>
            <a:r>
              <a:rPr lang="es-MX" b="1" dirty="0" smtClean="0"/>
              <a:t>Texto o CSV</a:t>
            </a:r>
            <a:r>
              <a:rPr lang="es-MX" dirty="0" smtClean="0"/>
              <a:t> para utilizar un archivo en formato CSV como fuente de información.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Este paso permite indicar a Power BI el tipo de origen desde el cual se importarán los datos.</a:t>
            </a:r>
          </a:p>
          <a:p>
            <a:endParaRPr lang="es-CO" dirty="0"/>
          </a:p>
        </p:txBody>
      </p:sp>
      <p:sp>
        <p:nvSpPr>
          <p:cNvPr id="16" name="CuadroTexto 15"/>
          <p:cNvSpPr txBox="1"/>
          <p:nvPr/>
        </p:nvSpPr>
        <p:spPr>
          <a:xfrm>
            <a:off x="6072997" y="3569021"/>
            <a:ext cx="54518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2. Seleccionar el archivo CSV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abrió el explorador de archivos y se ubicó el documento en la carpeta </a:t>
            </a:r>
            <a:r>
              <a:rPr lang="es-MX" b="1" dirty="0" smtClean="0"/>
              <a:t>Descargas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seleccionó el archivo </a:t>
            </a:r>
            <a:r>
              <a:rPr lang="es-MX" b="1" dirty="0" smtClean="0"/>
              <a:t>202501063112_prcp_acum_dia_2025i.csv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Finalmente, se hizo clic en </a:t>
            </a:r>
            <a:r>
              <a:rPr lang="es-MX" b="1" dirty="0" smtClean="0"/>
              <a:t>Abrir</a:t>
            </a:r>
            <a:r>
              <a:rPr lang="es-MX" dirty="0" smtClean="0"/>
              <a:t> para iniciar la importación de los datos a Power BI.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31978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234" y="3562102"/>
            <a:ext cx="6955766" cy="329589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36234" cy="3562101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451893" y="72890"/>
            <a:ext cx="61937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3. Revisar la estructura de los datos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Power BI muestra la información del archivo en forma de tabla, permitiendo revisar sus </a:t>
            </a:r>
            <a:r>
              <a:rPr lang="es-MX" b="1" dirty="0" smtClean="0"/>
              <a:t>columnas, fechas y valores</a:t>
            </a:r>
            <a:r>
              <a:rPr lang="es-MX" dirty="0" smtClean="0"/>
              <a:t>.</a:t>
            </a:r>
          </a:p>
          <a:p>
            <a:r>
              <a:rPr lang="es-MX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En la vista previa se comprueba que los datos estén organizados y que la información se haya interpretado correctamente.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Esta revisión ayuda a detectar posibles errores antes de incorporar los datos al proyecto.</a:t>
            </a:r>
          </a:p>
          <a:p>
            <a:endParaRPr lang="es-CO" dirty="0"/>
          </a:p>
        </p:txBody>
      </p:sp>
      <p:sp>
        <p:nvSpPr>
          <p:cNvPr id="8" name="CuadroTexto 7"/>
          <p:cNvSpPr txBox="1"/>
          <p:nvPr/>
        </p:nvSpPr>
        <p:spPr>
          <a:xfrm>
            <a:off x="103517" y="3489210"/>
            <a:ext cx="47445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4. Cargar la información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Una vez revisados los datos, se selecciona el botón </a:t>
            </a:r>
            <a:r>
              <a:rPr lang="es-MX" b="1" dirty="0" smtClean="0"/>
              <a:t>Cargar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Power BI incorpora la información al proyecto para poder utilizarla en el </a:t>
            </a:r>
            <a:r>
              <a:rPr lang="es-MX" b="1" dirty="0" smtClean="0"/>
              <a:t>análisis y las visualizaciones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Si los datos necesitan modificaciones, se puede seleccionar </a:t>
            </a:r>
            <a:r>
              <a:rPr lang="es-MX" b="1" dirty="0" smtClean="0"/>
              <a:t>Transformar datos</a:t>
            </a:r>
            <a:r>
              <a:rPr lang="es-MX" dirty="0" smtClean="0"/>
              <a:t> antes de realizar la carga.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8788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8039"/>
            <a:ext cx="5710687" cy="357996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3398808" cy="3278038"/>
          </a:xfrm>
          <a:prstGeom prst="rect">
            <a:avLst/>
          </a:prstGeom>
        </p:spPr>
      </p:pic>
      <p:cxnSp>
        <p:nvCxnSpPr>
          <p:cNvPr id="11" name="Conector recto 10"/>
          <p:cNvCxnSpPr/>
          <p:nvPr/>
        </p:nvCxnSpPr>
        <p:spPr>
          <a:xfrm>
            <a:off x="5331125" y="3278039"/>
            <a:ext cx="6860875" cy="357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/>
        </p:nvSpPr>
        <p:spPr>
          <a:xfrm>
            <a:off x="3579962" y="284671"/>
            <a:ext cx="81433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5. Seleccionar los campos para el análisis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En el panel </a:t>
            </a:r>
            <a:r>
              <a:rPr lang="es-MX" b="1" dirty="0" smtClean="0"/>
              <a:t>Datos</a:t>
            </a:r>
            <a:r>
              <a:rPr lang="es-MX" dirty="0" smtClean="0"/>
              <a:t> aparecen los campos disponibles de la información cargada, como </a:t>
            </a:r>
            <a:r>
              <a:rPr lang="es-MX" b="1" dirty="0" smtClean="0"/>
              <a:t>Estación, FECHALECTURA y Precipitación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seleccionan los campos que queremos analizar y se agregan al área de trabajo.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Power BI utiliza estos campos para construir las diferentes visualizaciones.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  <p:sp>
        <p:nvSpPr>
          <p:cNvPr id="13" name="CuadroTexto 12"/>
          <p:cNvSpPr txBox="1"/>
          <p:nvPr/>
        </p:nvSpPr>
        <p:spPr>
          <a:xfrm>
            <a:off x="5909094" y="3349484"/>
            <a:ext cx="61161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6. Crear y analizar las visualizaciones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Desde el panel </a:t>
            </a:r>
            <a:r>
              <a:rPr lang="es-MX" b="1" dirty="0" smtClean="0"/>
              <a:t>Visualizaciones</a:t>
            </a:r>
            <a:r>
              <a:rPr lang="es-MX" dirty="0" smtClean="0"/>
              <a:t> se puede elegir el tipo de gráfico que mejor representa la información.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En el ejemplo se utilizan gráficos para mostrar las </a:t>
            </a:r>
            <a:r>
              <a:rPr lang="es-MX" b="1" dirty="0" smtClean="0"/>
              <a:t>precipitaciones por fecha y por estación</a:t>
            </a:r>
            <a:r>
              <a:rPr lang="es-MX" dirty="0" smtClean="0"/>
              <a:t>, además de indicadores con el </a:t>
            </a:r>
            <a:r>
              <a:rPr lang="es-MX" b="1" dirty="0" smtClean="0"/>
              <a:t>promedio y máximo de precipitación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También se incorporan </a:t>
            </a:r>
            <a:r>
              <a:rPr lang="es-MX" b="1" dirty="0" smtClean="0"/>
              <a:t>filtros por estación y año</a:t>
            </a:r>
            <a:r>
              <a:rPr lang="es-MX" dirty="0" smtClean="0"/>
              <a:t>, permitiendo analizar la información de manera más específica e interactiva.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8327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352</Words>
  <Application>Microsoft Office PowerPoint</Application>
  <PresentationFormat>Panorámica</PresentationFormat>
  <Paragraphs>42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SENA</dc:creator>
  <cp:lastModifiedBy>SENA</cp:lastModifiedBy>
  <cp:revision>3</cp:revision>
  <dcterms:created xsi:type="dcterms:W3CDTF">2026-08-11T13:08:23Z</dcterms:created>
  <dcterms:modified xsi:type="dcterms:W3CDTF">2026-08-11T13:25:06Z</dcterms:modified>
</cp:coreProperties>
</file>